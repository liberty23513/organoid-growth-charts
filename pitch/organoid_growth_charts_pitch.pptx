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F5FA8"/>
                </a:solidFill>
              </a:defRPr>
            </a:pPr>
            <a:r>
              <a:t>Organoid growth charts</a:t>
            </a:r>
          </a:p>
          <a:p>
            <a:pPr>
              <a:defRPr sz="2600">
                <a:solidFill>
                  <a:srgbClr val="202020"/>
                </a:solidFill>
              </a:defRPr>
            </a:pPr>
            <a:r>
              <a:t>Normative modelling of brain-organoid cell-type composition</a:t>
            </a:r>
          </a:p>
          <a:p>
            <a:r>
              <a:t> 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Pediatric growth charts let you place one child on a percentile curve. Nothing like that exists for brain organoids. We build one from public data.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Brainhack Montreal Fall 2026  |  GitHub: BrainhackMTL/fall2026 issue #3  |  data: 170 KB CSV, start in five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A8"/>
                </a:solidFill>
              </a:defRPr>
            </a:pPr>
            <a:r>
              <a:t>Background: labs make thousands of organoids and cannot say which ones are normal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</a:defRPr>
            </a:pPr>
            <a:r>
              <a:t>• A brain organoid is a 1 to 3 mm ball of human brain tissue grown from stem cells over weeks to months.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</a:defRPr>
            </a:pPr>
            <a:r>
              <a:t>• They are used to study brain development and disease, and increasingly to test drugs.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</a:defRPr>
            </a:pPr>
            <a:r>
              <a:t>• Known problem: organoids vary a lot between batches, lines and labs. Every lab asks "is this batch normal for its age?" and answers by eye.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</a:defRPr>
            </a:pPr>
            <a:r>
              <a:t>• In pediatrics the same question is answered with growth charts: a reference curve with percentiles, built from a large population.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</a:defRPr>
            </a:pPr>
            <a:r>
              <a:t>• In neuroimaging the same idea became brain charts (Bethlehem et al. 2022, Nature): normative models of brain measures over age, with a z-score for each person.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</a:defRPr>
            </a:pPr>
            <a:r>
              <a:t>• Organoids have neither. Closest work (Faravelli et al. 2026, Nature) predicts organoid age from transcriptomes; it does not ask whether an organoid of known age is typical.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Gap: no reference curve for what a brain organoid should look like at a given day in culture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A8"/>
                </a:solidFill>
              </a:defRPr>
            </a:pPr>
            <a:r>
              <a:t>Data: HNOCA, 1.77 million cells, summarized to 322 organoid samples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Human Neural Organoid Cell Atlas (He, Dony, Fleck et al. 2024, Nature). Public on CELLxGENE, CC BY 4.0.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Per cell: days in culture, protocol, publication, cell line, cell-type label (17 types).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We group cells by sample and count cell-type fractions. One row per sample: age, protocol, publication, fraction of progenitors (NPC + IP), neurons, glia.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Script reads only metadata over HTTP, no 19 GB download, 3 minutes.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Usable subsets: Velasco 2019 protocol, 131 samples from 4 publications, days 21 to 192. Lancaster 2014 protocol, 81 samples, days 9 to 120.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The raw data already look like a growth chart (right).</a:t>
            </a:r>
          </a:p>
        </p:txBody>
      </p:sp>
      <p:pic>
        <p:nvPicPr>
          <p:cNvPr id="4" name="Picture 3" descr="pitch_slide_centil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486400" cy="34612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x = days in culture (known), y = cell-type fraction. One protocol per chart, like one chart per sex in pediatrics.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A8"/>
                </a:solidFill>
              </a:defRPr>
            </a:pPr>
            <a:r>
              <a:t>Method: normative modelling, the family of methods behind brain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• Fit the distribution of y at every age, not just the mean. Then every organoid gets z = (y − μ(age)) / σ(age) and a centile.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• Four things the model must capture, each one visible in our data:</a:t>
            </a:r>
          </a:p>
          <a:p>
            <a:pPr lvl="1">
              <a:spcAft>
                <a:spcPts val="800"/>
              </a:spcAft>
              <a:defRPr sz="1300">
                <a:solidFill>
                  <a:srgbClr val="202020"/>
                </a:solidFill>
              </a:defRPr>
            </a:pPr>
            <a:r>
              <a:t>– Curvature: progenitor fraction falls from ~65% at day 20 to ~8% at day 100, then plateaus. B-spline mean.</a:t>
            </a:r>
          </a:p>
          <a:p>
            <a:pPr lvl="1">
              <a:spcAft>
                <a:spcPts val="800"/>
              </a:spcAft>
              <a:defRPr sz="1300">
                <a:solidFill>
                  <a:srgbClr val="202020"/>
                </a:solidFill>
              </a:defRPr>
            </a:pPr>
            <a:r>
              <a:t>– Age-dependent spread: σ ≈ 0.19 at day 30, 0.06 at day 100. Heteroskedastic variance.</a:t>
            </a:r>
          </a:p>
          <a:p>
            <a:pPr lvl="1">
              <a:spcAft>
                <a:spcPts val="800"/>
              </a:spcAft>
              <a:defRPr sz="1300">
                <a:solidFill>
                  <a:srgbClr val="202020"/>
                </a:solidFill>
              </a:defRPr>
            </a:pPr>
            <a:r>
              <a:t>– Lab offsets: 4 publications in the Velasco subset. Publication as batch effect.</a:t>
            </a:r>
          </a:p>
          <a:p>
            <a:pPr lvl="1">
              <a:spcAft>
                <a:spcPts val="800"/>
              </a:spcAft>
              <a:defRPr sz="1300">
                <a:solidFill>
                  <a:srgbClr val="202020"/>
                </a:solidFill>
              </a:defRPr>
            </a:pPr>
            <a:r>
              <a:t>– Skew near 0: fractions are bounded. Warped BLR, or logit transform.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• Tool: PCNtoolkit, Bayesian linear regression (BLR). Bayesian so centile lines carry their own uncertainty, which matters with n = 131, not 100,000.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• Checks: z-scores on held-out samples should be ~N(0,1) in every age bin and every publication.</a:t>
            </a:r>
          </a:p>
        </p:txBody>
      </p:sp>
      <p:pic>
        <p:nvPicPr>
          <p:cNvPr id="4" name="Picture 3" descr="block1_regression_to_cen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394960" cy="41496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Left to right: a straight line fails; a spline bends the mean; constant σ is wrong; σ(age) gives the centile 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A8"/>
                </a:solidFill>
              </a:defRPr>
            </a:pPr>
            <a:r>
              <a:t>Plan for the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Day 1 morning: load CSV, raw plots per protocol and publication, PCNtoolkit BLR running on Velasco progenitor fraction.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Day 1 afternoon: heteroskedastic + publication batch effect, train/test split, z-score calibration by age bin.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Day 2: warped BLR vs logit, Lancaster protocol, neuron and glia fractions, final centile figure.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Guaranteed deliverable: a centile chart per protocol with a z-score for every organoid in HNOCA.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Stretch: how many organoids does a lab need before the curve is stable? Refit on random subsets of 20, 50, 100 samples and watch the centiles move (right: n = 20 vs n = 131).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Everything in one public repo: CSV, build script, notebooks, figures.</a:t>
            </a:r>
          </a:p>
        </p:txBody>
      </p:sp>
      <p:pic>
        <p:nvPicPr>
          <p:cNvPr id="4" name="Picture 3" descr="block2_bayesian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394960" cy="41583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Right: Bayesian fit. With 20 samples the posterior curves wander where data are missing; that is the sample-size question made measurable.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5FA8"/>
                </a:solidFill>
              </a:defRPr>
            </a:pPr>
            <a:r>
              <a:t>Who we need and how to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</a:defRPr>
            </a:pPr>
            <a:r>
              <a:t>• Anyone who took Friday's normative modelling tutorial, or has used PCNtoolkit.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</a:defRPr>
            </a:pPr>
            <a:r>
              <a:t>• Python / pandas / plotting. No organoid or biology background needed; the biology fits on one slide (this one did).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</a:defRPr>
            </a:pPr>
            <a:r>
              <a:t>• Someone who likes the sample-size question: subsampling, bootstrap, stability of centiles.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</a:defRPr>
            </a:pPr>
            <a:r>
              <a:t>• Someone who wants to try the alternative: GAMLSS or quantile regression as a cross-check.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</a:defRPr>
            </a:pPr>
            <a:r>
              <a:t>• Getting started: clone the repo, open data/hnoca_sample_composition.csv (322 rows), columns age, protocol, publication, frac_NPC_IP. First plot in five minutes.</a:t>
            </a:r>
          </a:p>
          <a:p>
            <a:pPr>
              <a:spcAft>
                <a:spcPts val="800"/>
              </a:spcAft>
              <a:defRPr sz="1900">
                <a:solidFill>
                  <a:srgbClr val="202020"/>
                </a:solidFill>
              </a:defRPr>
            </a:pPr>
            <a:r>
              <a:t>• Lead: Libo. Find me after the pitches or on Discord.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GitHub: BrainhackMTL/fall2026 issue #3  |  HNOCA: He et al. 2024 Nature, CC BY 4.0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